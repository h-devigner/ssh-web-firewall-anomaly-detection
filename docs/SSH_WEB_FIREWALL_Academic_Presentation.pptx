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293B"/>
                </a:solidFill>
              </a:rPr>
              <a:t>SSH/Web/Firewall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6420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75569"/>
                </a:solidFill>
              </a:rPr>
              <a:t>Multi-source Isolation Forest modeling with live Docker ELK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75569"/>
                </a:solidFill>
              </a:defRPr>
            </a:pPr>
            <a:r>
              <a:t>Three security log domains: Firewall, Web, and SSH</a:t>
            </a:r>
          </a:p>
          <a:p>
            <a:pPr>
              <a:spcAft>
                <a:spcPts val="800"/>
              </a:spcAft>
              <a:defRPr sz="2000">
                <a:solidFill>
                  <a:srgbClr val="475569"/>
                </a:solidFill>
              </a:defRPr>
            </a:pPr>
            <a:r>
              <a:t>Offline training and evaluation with reusable artifacts</a:t>
            </a:r>
          </a:p>
          <a:p>
            <a:pPr>
              <a:spcAft>
                <a:spcPts val="800"/>
              </a:spcAft>
              <a:defRPr sz="2000">
                <a:solidFill>
                  <a:srgbClr val="475569"/>
                </a:solidFill>
              </a:defRPr>
            </a:pPr>
            <a:r>
              <a:t>Live log generation, file listening, scoring, and Kibana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75569"/>
                </a:solidFill>
              </a:defRPr>
            </a:pPr>
            <a:r>
              <a:t>Security operations require correlating heterogeneous logs from different systems.</a:t>
            </a:r>
          </a:p>
          <a:p>
            <a:pPr>
              <a:spcAft>
                <a:spcPts val="800"/>
              </a:spcAft>
              <a:defRPr sz="2000">
                <a:solidFill>
                  <a:srgbClr val="475569"/>
                </a:solidFill>
              </a:defRPr>
            </a:pPr>
            <a:r>
              <a:t>Public datasets often have limited labels or labels that only partially describe attack behavior.</a:t>
            </a:r>
          </a:p>
          <a:p>
            <a:pPr>
              <a:spcAft>
                <a:spcPts val="800"/>
              </a:spcAft>
              <a:defRPr sz="2000">
                <a:solidFill>
                  <a:srgbClr val="475569"/>
                </a:solidFill>
              </a:defRPr>
            </a:pPr>
            <a:r>
              <a:t>Static model metrics are not enough; operators need live visibility into raw events and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475569"/>
                </a:solidFill>
              </a:defRPr>
            </a:pPr>
            <a:r>
              <a:t>The project proposes one reproducible architecture for offline validation and live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Design comparable pipelines for Firewall, Web, and SSH anomaly detection.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Engineer domain-specific features while preserving a shared folder architecture.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Train unsupervised Isolation Forest models using normal baselines or available windows.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Evaluate with ROC, precision-recall, confusion matrix, feature correlation, and latency figures.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Integrate Docker-based Elasticsearch, Logstash, and Kibana for live operational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End-To-End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42316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Data 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08760"/>
            <a:ext cx="2423160" cy="685800"/>
          </a:xfrm>
          <a:prstGeom prst="round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2423160" cy="685800"/>
          </a:xfrm>
          <a:prstGeom prst="roundRect">
            <a:avLst/>
          </a:prstGeom>
          <a:solidFill>
            <a:srgbClr val="F973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508760"/>
            <a:ext cx="2423160" cy="685800"/>
          </a:xfrm>
          <a:prstGeom prst="roundRect">
            <a:avLst/>
          </a:prstGeom>
          <a:solidFill>
            <a:srgbClr val="4755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74720"/>
            <a:ext cx="242316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Isolation Forest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474720"/>
            <a:ext cx="2423160" cy="685800"/>
          </a:xfrm>
          <a:prstGeom prst="round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474720"/>
            <a:ext cx="2423160" cy="685800"/>
          </a:xfrm>
          <a:prstGeom prst="roundRect">
            <a:avLst/>
          </a:prstGeom>
          <a:solidFill>
            <a:srgbClr val="F973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Live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474720"/>
            <a:ext cx="2423160" cy="685800"/>
          </a:xfrm>
          <a:prstGeom prst="roundRect">
            <a:avLst/>
          </a:prstGeom>
          <a:solidFill>
            <a:srgbClr val="4755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Docker ELK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475569"/>
                </a:solidFill>
              </a:rPr>
              <a:t>The same architecture is reused across all three model folders.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Firewall: CSV records with action labels; Action == allow is the normal baseline.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Web: NASA HTTP access log archive; host/hour behavior windows are engineered from Apache-style lines.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SSH: SimpleWeb / University of Twente SSH Dataset 1; auth and Kippo logs are parsed into source-IP windows.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Web and SSH evaluations use pseudo labels because the public logs are not fully attack-labeled.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Firewall: bytes per packet, packet rate, byte rate, and port diversity ratio from each CSV row.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Web: request count, unique URLs, bytes, status-code counts, error rate, POST rate, and URL diversity per host/hour.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SSH: failed logins, invalid users, accepted logins, command counts, suspicious commands, failure rates, and burst score per source-IP/10-minute window.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Feature/score correlation figures provide a compact explanation of which engineered features move with anomaly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Modeling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All models use Isolation Forest, a tree-based unsupervised anomaly detection method.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Numeric features are normalized with StandardScaler before training and scoring.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Firewall trains on Action == allow rows.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SSH trains on low-activity windows.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Web trains on host/hour behavior windows from the NASA HTTP log.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Prediction 1 means normal; prediction -1 means anomalous.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Evaluation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Firewall: held-out allow rows plus non-allow rows labeled as anomalies.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Web: pseudo anomalies are windows where error_rate &gt; 0.5.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SSH: pseudo anomalies are windows with brute force, enumeration, connection bursts, suspicious commands, or honeypot activity.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Metrics include confusion matrix, ROC-AUC, PR-AUC, score distribution, label balance, feature/score correlation, and inference latency.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800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Anomalies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Pred. anomalies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Firewall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35,420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27,892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30,566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0.9686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0.9787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182,278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9,114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0.9855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0.1432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SSH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2,569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1,524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1,633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0.9931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0.9946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749039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Firewall and SSH show strong ROC-AUC and PR-AUC under their validation definitions.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Web ROC-AUC is high, but PR-AUC is lower because pseudo anomalies are extremely rare.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Latency benchmarks show the models can score at live-demo speed on a local machine.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Firewall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Rows: 35,420 | ROC-AUC: 0.9686 | PR-AUC: 0.9787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338328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confusion matrix</a:t>
            </a:r>
          </a:p>
        </p:txBody>
      </p:sp>
      <p:pic>
        <p:nvPicPr>
          <p:cNvPr id="7" name="Picture 6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417320"/>
            <a:ext cx="3383280" cy="2697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79392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roc curve</a:t>
            </a:r>
          </a:p>
        </p:txBody>
      </p:sp>
      <p:pic>
        <p:nvPicPr>
          <p:cNvPr id="9" name="Picture 8" descr="feature_score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417320"/>
            <a:ext cx="3383280" cy="2697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feature score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Ground-truth evaluation uses the Action field.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Strong PR-AUC indicates useful anomaly ranking.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Features capture traffic volume, rate, and port ratios.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Web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Rows: 182,278 | ROC-AUC: 0.9855 | PR-AUC: 0.1432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338328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confusion matrix</a:t>
            </a:r>
          </a:p>
        </p:txBody>
      </p:sp>
      <p:pic>
        <p:nvPicPr>
          <p:cNvPr id="7" name="Picture 6" descr="precision_recall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417320"/>
            <a:ext cx="3383280" cy="2697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79392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precision recall curve</a:t>
            </a:r>
          </a:p>
        </p:txBody>
      </p:sp>
      <p:pic>
        <p:nvPicPr>
          <p:cNvPr id="9" name="Picture 8" descr="feature_score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417320"/>
            <a:ext cx="3383280" cy="2697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feature score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Evaluation uses error-rate pseudo labels.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PR-AUC is constrained by severe class imbalance.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Hourly host windows make behavior trends visible.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SSH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Rows: 2,569 | ROC-AUC: 0.9931 | PR-AUC: 0.9946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338328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confusion matrix</a:t>
            </a:r>
          </a:p>
        </p:txBody>
      </p:sp>
      <p:pic>
        <p:nvPicPr>
          <p:cNvPr id="7" name="Picture 6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417320"/>
            <a:ext cx="3383280" cy="2697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79392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roc curve</a:t>
            </a:r>
          </a:p>
        </p:txBody>
      </p:sp>
      <p:pic>
        <p:nvPicPr>
          <p:cNvPr id="9" name="Picture 8" descr="feature_score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417320"/>
            <a:ext cx="3383280" cy="2697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41605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feature score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Evaluation uses behavior-rule pseudo labels.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10-minute source-IP windows capture brute-force patterns.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Feature correlations expose suspicious login dynamics.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Live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The generator writes synthetic Firewall, Web, and SSH logs into local live log files.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The listener tails those files, applies the matching feature pipeline, and writes JSONL prediction files.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Firewall is row-based; Web and SSH are window-based but emit a fresh score after each accepted line updates its window.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Each prediction includes model, scored_at, prediction, is_anomaly, anomaly_score, risk_score, and status fields.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Kibana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Docker Compose runs Elasticsearch, Kibana, and Logstash.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Logstash tails raw logs and score JSONL files through bind mounts.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Kibana panels show prediction trends, anomaly mix, average risk, raw log volume, firewall actions, web status outcomes, SSH login status, and top SSH source-IP risk.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Normalized status_label fields make Web and SSH visualizations easier to read.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Web and SSH evaluations rely on pseudo labels rather than complete expert labels.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Isolation Forest detects unusual behavior; it does not classify attack families.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The live generator is synthetic and intended for integration testing and demonstration.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Feature/score correlation is interpretability support, not causal explanation.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Create a Python virtual environment and install requirements.txt.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Run each model's preprocess, train, and evaluate scripts from the repository root.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Run evaluation/evaluate_all_models.py to regenerate metrics and figures.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Start ELK with elk/start_elk.sh and install dashboards with elk/setup_kibana.sh.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Run live/listen_and_score.py and live/generate_logs.py in separate terminals.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569"/>
                </a:solidFill>
              </a:defRPr>
            </a:pPr>
            <a:r>
              <a:t>The project provides a repeatable multi-source anomaly-detection baseline.</a:t>
            </a:r>
          </a:p>
          <a:p>
            <a:pPr>
              <a:spcAft>
                <a:spcPts val="800"/>
              </a:spcAft>
              <a:defRPr sz="1900">
                <a:solidFill>
                  <a:srgbClr val="475569"/>
                </a:solidFill>
              </a:defRPr>
            </a:pPr>
            <a:r>
              <a:t>The folder architecture makes model-specific pipelines consistent and maintainable.</a:t>
            </a:r>
          </a:p>
          <a:p>
            <a:pPr>
              <a:spcAft>
                <a:spcPts val="800"/>
              </a:spcAft>
              <a:defRPr sz="1900">
                <a:solidFill>
                  <a:srgbClr val="475569"/>
                </a:solidFill>
              </a:defRPr>
            </a:pPr>
            <a:r>
              <a:t>Evaluation artifacts support offline analysis and academic reporting.</a:t>
            </a:r>
          </a:p>
          <a:p>
            <a:pPr>
              <a:spcAft>
                <a:spcPts val="800"/>
              </a:spcAft>
              <a:defRPr sz="1900">
                <a:solidFill>
                  <a:srgbClr val="475569"/>
                </a:solidFill>
              </a:defRPr>
            </a:pPr>
            <a:r>
              <a:t>Docker ELK integration turns local live files into useful operational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